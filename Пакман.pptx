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71" d="100"/>
          <a:sy n="71" d="100"/>
        </p:scale>
        <p:origin x="-1500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Заголовок 7"/>
          <p:cNvSpPr>
            <a:spLocks noGrp="1"/>
          </p:cNvSpPr>
          <p:nvPr>
            <p:ph type="ctrTitle"/>
          </p:nvPr>
        </p:nvSpPr>
        <p:spPr>
          <a:xfrm>
            <a:off x="2286000" y="3124200"/>
            <a:ext cx="6172200" cy="1894362"/>
          </a:xfrm>
        </p:spPr>
        <p:txBody>
          <a:bodyPr/>
          <a:lstStyle>
            <a:lvl1pPr>
              <a:defRPr b="1"/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9" name="Подзаголовок 8"/>
          <p:cNvSpPr>
            <a:spLocks noGrp="1"/>
          </p:cNvSpPr>
          <p:nvPr>
            <p:ph type="subTitle" idx="1"/>
          </p:nvPr>
        </p:nvSpPr>
        <p:spPr>
          <a:xfrm>
            <a:off x="2286000" y="5003322"/>
            <a:ext cx="6172200" cy="1371600"/>
          </a:xfrm>
        </p:spPr>
        <p:txBody>
          <a:bodyPr/>
          <a:lstStyle>
            <a:lvl1pPr marL="0" indent="0" algn="l">
              <a:buNone/>
              <a:defRPr sz="1800" b="1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ru-RU" smtClean="0"/>
              <a:t>Образец подзаголовка</a:t>
            </a:r>
            <a:endParaRPr kumimoji="0" lang="en-US"/>
          </a:p>
        </p:txBody>
      </p:sp>
      <p:sp>
        <p:nvSpPr>
          <p:cNvPr id="28" name="Дата 27"/>
          <p:cNvSpPr>
            <a:spLocks noGrp="1"/>
          </p:cNvSpPr>
          <p:nvPr>
            <p:ph type="dt" sz="half" idx="10"/>
          </p:nvPr>
        </p:nvSpPr>
        <p:spPr bwMode="auto">
          <a:xfrm rot="5400000">
            <a:off x="7764621" y="1174097"/>
            <a:ext cx="2286000" cy="381000"/>
          </a:xfrm>
        </p:spPr>
        <p:txBody>
          <a:bodyPr/>
          <a:lstStyle/>
          <a:p>
            <a:fld id="{5B106E36-FD25-4E2D-B0AA-010F637433A0}" type="datetimeFigureOut">
              <a:rPr lang="ru-RU" smtClean="0"/>
              <a:pPr/>
              <a:t>27.02.2021</a:t>
            </a:fld>
            <a:endParaRPr lang="ru-RU" dirty="0"/>
          </a:p>
        </p:txBody>
      </p:sp>
      <p:sp>
        <p:nvSpPr>
          <p:cNvPr id="17" name="Нижний колонтитул 16"/>
          <p:cNvSpPr>
            <a:spLocks noGrp="1"/>
          </p:cNvSpPr>
          <p:nvPr>
            <p:ph type="ftr" sz="quarter" idx="11"/>
          </p:nvPr>
        </p:nvSpPr>
        <p:spPr bwMode="auto">
          <a:xfrm rot="5400000">
            <a:off x="7077269" y="4181669"/>
            <a:ext cx="3657600" cy="384048"/>
          </a:xfrm>
        </p:spPr>
        <p:txBody>
          <a:bodyPr/>
          <a:lstStyle/>
          <a:p>
            <a:endParaRPr lang="ru-RU" dirty="0"/>
          </a:p>
        </p:txBody>
      </p:sp>
      <p:sp>
        <p:nvSpPr>
          <p:cNvPr id="10" name="Прямоугольник 9"/>
          <p:cNvSpPr/>
          <p:nvPr/>
        </p:nvSpPr>
        <p:spPr bwMode="auto">
          <a:xfrm>
            <a:off x="381000" y="0"/>
            <a:ext cx="609600" cy="6858000"/>
          </a:xfrm>
          <a:prstGeom prst="rect">
            <a:avLst/>
          </a:prstGeom>
          <a:solidFill>
            <a:schemeClr val="accent1">
              <a:tint val="60000"/>
              <a:alpha val="54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2" name="Прямоугольник 11"/>
          <p:cNvSpPr/>
          <p:nvPr/>
        </p:nvSpPr>
        <p:spPr bwMode="auto">
          <a:xfrm>
            <a:off x="276336" y="0"/>
            <a:ext cx="104664" cy="6858000"/>
          </a:xfrm>
          <a:prstGeom prst="rect">
            <a:avLst/>
          </a:prstGeom>
          <a:solidFill>
            <a:schemeClr val="accent1">
              <a:tint val="40000"/>
              <a:alpha val="36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4" name="Прямоугольник 13"/>
          <p:cNvSpPr/>
          <p:nvPr/>
        </p:nvSpPr>
        <p:spPr bwMode="auto">
          <a:xfrm>
            <a:off x="990600" y="0"/>
            <a:ext cx="181872" cy="6858000"/>
          </a:xfrm>
          <a:prstGeom prst="rect">
            <a:avLst/>
          </a:prstGeom>
          <a:solidFill>
            <a:schemeClr val="accent1">
              <a:tint val="40000"/>
              <a:alpha val="7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9" name="Прямоугольник 18"/>
          <p:cNvSpPr/>
          <p:nvPr/>
        </p:nvSpPr>
        <p:spPr bwMode="auto">
          <a:xfrm>
            <a:off x="1141320" y="0"/>
            <a:ext cx="230280" cy="6858000"/>
          </a:xfrm>
          <a:prstGeom prst="rect">
            <a:avLst/>
          </a:prstGeom>
          <a:solidFill>
            <a:schemeClr val="accent1">
              <a:tint val="20000"/>
              <a:alpha val="7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1" name="Прямая соединительная линия 10"/>
          <p:cNvSpPr>
            <a:spLocks noChangeShapeType="1"/>
          </p:cNvSpPr>
          <p:nvPr/>
        </p:nvSpPr>
        <p:spPr bwMode="auto">
          <a:xfrm>
            <a:off x="106344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  <a:alpha val="7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8" name="Прямая соединительная линия 17"/>
          <p:cNvSpPr>
            <a:spLocks noChangeShapeType="1"/>
          </p:cNvSpPr>
          <p:nvPr/>
        </p:nvSpPr>
        <p:spPr bwMode="auto">
          <a:xfrm>
            <a:off x="914400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20000"/>
                <a:alpha val="8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20" name="Прямая соединительная линия 19"/>
          <p:cNvSpPr>
            <a:spLocks noChangeShapeType="1"/>
          </p:cNvSpPr>
          <p:nvPr/>
        </p:nvSpPr>
        <p:spPr bwMode="auto">
          <a:xfrm>
            <a:off x="854112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6" name="Прямая соединительная линия 15"/>
          <p:cNvSpPr>
            <a:spLocks noChangeShapeType="1"/>
          </p:cNvSpPr>
          <p:nvPr/>
        </p:nvSpPr>
        <p:spPr bwMode="auto">
          <a:xfrm>
            <a:off x="1726640" y="0"/>
            <a:ext cx="0" cy="6858000"/>
          </a:xfrm>
          <a:prstGeom prst="line">
            <a:avLst/>
          </a:prstGeom>
          <a:noFill/>
          <a:ln w="28575" cap="flat" cmpd="sng" algn="ctr">
            <a:solidFill>
              <a:schemeClr val="accent1">
                <a:tint val="60000"/>
                <a:alpha val="82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5" name="Прямая соединительная линия 14"/>
          <p:cNvSpPr>
            <a:spLocks noChangeShapeType="1"/>
          </p:cNvSpPr>
          <p:nvPr/>
        </p:nvSpPr>
        <p:spPr bwMode="auto">
          <a:xfrm>
            <a:off x="10668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22" name="Прямая соединительная линия 21"/>
          <p:cNvSpPr>
            <a:spLocks noChangeShapeType="1"/>
          </p:cNvSpPr>
          <p:nvPr/>
        </p:nvSpPr>
        <p:spPr bwMode="auto">
          <a:xfrm>
            <a:off x="9113856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27" name="Прямоугольник 26"/>
          <p:cNvSpPr/>
          <p:nvPr/>
        </p:nvSpPr>
        <p:spPr bwMode="auto">
          <a:xfrm>
            <a:off x="1219200" y="0"/>
            <a:ext cx="76200" cy="6858000"/>
          </a:xfrm>
          <a:prstGeom prst="rect">
            <a:avLst/>
          </a:prstGeom>
          <a:solidFill>
            <a:schemeClr val="accent1">
              <a:tint val="60000"/>
              <a:alpha val="5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1" name="Овал 20"/>
          <p:cNvSpPr/>
          <p:nvPr/>
        </p:nvSpPr>
        <p:spPr bwMode="auto">
          <a:xfrm>
            <a:off x="609600" y="3429000"/>
            <a:ext cx="1295400" cy="1295400"/>
          </a:xfrm>
          <a:prstGeom prst="ellipse">
            <a:avLst/>
          </a:prstGeom>
          <a:solidFill>
            <a:schemeClr val="accent1"/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3" name="Овал 22"/>
          <p:cNvSpPr/>
          <p:nvPr/>
        </p:nvSpPr>
        <p:spPr bwMode="auto">
          <a:xfrm>
            <a:off x="1309632" y="4866752"/>
            <a:ext cx="641424" cy="641424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4" name="Овал 23"/>
          <p:cNvSpPr/>
          <p:nvPr/>
        </p:nvSpPr>
        <p:spPr bwMode="auto">
          <a:xfrm>
            <a:off x="1091080" y="5500632"/>
            <a:ext cx="137160" cy="13716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6" name="Овал 25"/>
          <p:cNvSpPr/>
          <p:nvPr/>
        </p:nvSpPr>
        <p:spPr bwMode="auto">
          <a:xfrm>
            <a:off x="1664208" y="5788152"/>
            <a:ext cx="274320" cy="27432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5" name="Овал 24"/>
          <p:cNvSpPr/>
          <p:nvPr/>
        </p:nvSpPr>
        <p:spPr>
          <a:xfrm>
            <a:off x="1905000" y="4495800"/>
            <a:ext cx="365760" cy="365760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9" name="Номер слайда 28"/>
          <p:cNvSpPr>
            <a:spLocks noGrp="1"/>
          </p:cNvSpPr>
          <p:nvPr>
            <p:ph type="sldNum" sz="quarter" idx="12"/>
          </p:nvPr>
        </p:nvSpPr>
        <p:spPr bwMode="auto">
          <a:xfrm>
            <a:off x="1325544" y="4928702"/>
            <a:ext cx="609600" cy="517524"/>
          </a:xfrm>
        </p:spPr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8" name="Содержимое 7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7467600" cy="4873752"/>
          </a:xfrm>
        </p:spPr>
        <p:txBody>
          <a:bodyPr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7" name="Дата 6"/>
          <p:cNvSpPr>
            <a:spLocks noGrp="1"/>
          </p:cNvSpPr>
          <p:nvPr>
            <p:ph type="dt" sz="half" idx="14"/>
          </p:nvPr>
        </p:nvSpPr>
        <p:spPr/>
        <p:txBody>
          <a:bodyPr rtlCol="0"/>
          <a:lstStyle/>
          <a:p>
            <a:fld id="{5B106E36-FD25-4E2D-B0AA-010F637433A0}" type="datetimeFigureOut">
              <a:rPr lang="ru-RU" smtClean="0"/>
              <a:pPr/>
              <a:t>27.02.2021</a:t>
            </a:fld>
            <a:endParaRPr lang="ru-RU" dirty="0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5"/>
          </p:nvPr>
        </p:nvSpPr>
        <p:spPr/>
        <p:txBody>
          <a:bodyPr rtlCol="0"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0" name="Нижний колонтитул 9"/>
          <p:cNvSpPr>
            <a:spLocks noGrp="1"/>
          </p:cNvSpPr>
          <p:nvPr>
            <p:ph type="ftr" sz="quarter" idx="16"/>
          </p:nvPr>
        </p:nvSpPr>
        <p:spPr/>
        <p:txBody>
          <a:bodyPr rtlCol="0"/>
          <a:lstStyle/>
          <a:p>
            <a:endParaRPr lang="ru-RU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Заголовок раздела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286000" y="2895600"/>
            <a:ext cx="6172200" cy="2053590"/>
          </a:xfrm>
        </p:spPr>
        <p:txBody>
          <a:bodyPr/>
          <a:lstStyle>
            <a:lvl1pPr algn="l">
              <a:buNone/>
              <a:defRPr sz="3000" b="1" cap="small" baseline="0"/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2286000" y="5010150"/>
            <a:ext cx="6172200" cy="1371600"/>
          </a:xfrm>
        </p:spPr>
        <p:txBody>
          <a:bodyPr anchor="t"/>
          <a:lstStyle>
            <a:lvl1pPr marL="0" indent="0">
              <a:buNone/>
              <a:defRPr sz="1800" b="1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 bwMode="auto">
          <a:xfrm rot="5400000">
            <a:off x="7763256" y="1170432"/>
            <a:ext cx="2286000" cy="381000"/>
          </a:xfrm>
        </p:spPr>
        <p:txBody>
          <a:bodyPr/>
          <a:lstStyle/>
          <a:p>
            <a:fld id="{5B106E36-FD25-4E2D-B0AA-010F637433A0}" type="datetimeFigureOut">
              <a:rPr lang="ru-RU" smtClean="0"/>
              <a:pPr/>
              <a:t>27.02.2021</a:t>
            </a:fld>
            <a:endParaRPr lang="ru-RU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 bwMode="auto">
          <a:xfrm rot="5400000">
            <a:off x="7077456" y="4178808"/>
            <a:ext cx="3657600" cy="384048"/>
          </a:xfrm>
        </p:spPr>
        <p:txBody>
          <a:bodyPr/>
          <a:lstStyle/>
          <a:p>
            <a:endParaRPr lang="ru-RU" dirty="0"/>
          </a:p>
        </p:txBody>
      </p:sp>
      <p:sp>
        <p:nvSpPr>
          <p:cNvPr id="9" name="Прямоугольник 8"/>
          <p:cNvSpPr/>
          <p:nvPr/>
        </p:nvSpPr>
        <p:spPr bwMode="auto">
          <a:xfrm>
            <a:off x="381000" y="0"/>
            <a:ext cx="609600" cy="6858000"/>
          </a:xfrm>
          <a:prstGeom prst="rect">
            <a:avLst/>
          </a:prstGeom>
          <a:solidFill>
            <a:schemeClr val="accent1">
              <a:tint val="60000"/>
              <a:alpha val="54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0" name="Прямоугольник 9"/>
          <p:cNvSpPr/>
          <p:nvPr/>
        </p:nvSpPr>
        <p:spPr bwMode="auto">
          <a:xfrm>
            <a:off x="276336" y="0"/>
            <a:ext cx="104664" cy="6858000"/>
          </a:xfrm>
          <a:prstGeom prst="rect">
            <a:avLst/>
          </a:prstGeom>
          <a:solidFill>
            <a:schemeClr val="accent1">
              <a:tint val="40000"/>
              <a:alpha val="36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1" name="Прямоугольник 10"/>
          <p:cNvSpPr/>
          <p:nvPr/>
        </p:nvSpPr>
        <p:spPr bwMode="auto">
          <a:xfrm>
            <a:off x="990600" y="0"/>
            <a:ext cx="181872" cy="6858000"/>
          </a:xfrm>
          <a:prstGeom prst="rect">
            <a:avLst/>
          </a:prstGeom>
          <a:solidFill>
            <a:schemeClr val="accent1">
              <a:tint val="40000"/>
              <a:alpha val="7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2" name="Прямоугольник 11"/>
          <p:cNvSpPr/>
          <p:nvPr/>
        </p:nvSpPr>
        <p:spPr bwMode="auto">
          <a:xfrm>
            <a:off x="1141320" y="0"/>
            <a:ext cx="230280" cy="6858000"/>
          </a:xfrm>
          <a:prstGeom prst="rect">
            <a:avLst/>
          </a:prstGeom>
          <a:solidFill>
            <a:schemeClr val="accent1">
              <a:tint val="20000"/>
              <a:alpha val="7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3" name="Прямая соединительная линия 12"/>
          <p:cNvSpPr>
            <a:spLocks noChangeShapeType="1"/>
          </p:cNvSpPr>
          <p:nvPr/>
        </p:nvSpPr>
        <p:spPr bwMode="auto">
          <a:xfrm>
            <a:off x="106344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  <a:alpha val="7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4" name="Прямая соединительная линия 13"/>
          <p:cNvSpPr>
            <a:spLocks noChangeShapeType="1"/>
          </p:cNvSpPr>
          <p:nvPr/>
        </p:nvSpPr>
        <p:spPr bwMode="auto">
          <a:xfrm>
            <a:off x="914400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20000"/>
                <a:alpha val="8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5" name="Прямая соединительная линия 14"/>
          <p:cNvSpPr>
            <a:spLocks noChangeShapeType="1"/>
          </p:cNvSpPr>
          <p:nvPr/>
        </p:nvSpPr>
        <p:spPr bwMode="auto">
          <a:xfrm>
            <a:off x="854112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6" name="Прямая соединительная линия 15"/>
          <p:cNvSpPr>
            <a:spLocks noChangeShapeType="1"/>
          </p:cNvSpPr>
          <p:nvPr/>
        </p:nvSpPr>
        <p:spPr bwMode="auto">
          <a:xfrm>
            <a:off x="1726640" y="0"/>
            <a:ext cx="0" cy="6858000"/>
          </a:xfrm>
          <a:prstGeom prst="line">
            <a:avLst/>
          </a:prstGeom>
          <a:noFill/>
          <a:ln w="28575" cap="flat" cmpd="sng" algn="ctr">
            <a:solidFill>
              <a:schemeClr val="accent1">
                <a:tint val="60000"/>
                <a:alpha val="82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7" name="Прямая соединительная линия 16"/>
          <p:cNvSpPr>
            <a:spLocks noChangeShapeType="1"/>
          </p:cNvSpPr>
          <p:nvPr/>
        </p:nvSpPr>
        <p:spPr bwMode="auto">
          <a:xfrm>
            <a:off x="10668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8" name="Прямоугольник 17"/>
          <p:cNvSpPr/>
          <p:nvPr/>
        </p:nvSpPr>
        <p:spPr bwMode="auto">
          <a:xfrm>
            <a:off x="1219200" y="0"/>
            <a:ext cx="76200" cy="6858000"/>
          </a:xfrm>
          <a:prstGeom prst="rect">
            <a:avLst/>
          </a:prstGeom>
          <a:solidFill>
            <a:schemeClr val="accent1">
              <a:tint val="60000"/>
              <a:alpha val="5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9" name="Овал 18"/>
          <p:cNvSpPr/>
          <p:nvPr/>
        </p:nvSpPr>
        <p:spPr bwMode="auto">
          <a:xfrm>
            <a:off x="609600" y="3429000"/>
            <a:ext cx="1295400" cy="129540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0" name="Овал 19"/>
          <p:cNvSpPr/>
          <p:nvPr/>
        </p:nvSpPr>
        <p:spPr bwMode="auto">
          <a:xfrm>
            <a:off x="1324704" y="4866752"/>
            <a:ext cx="641424" cy="641424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1" name="Овал 20"/>
          <p:cNvSpPr/>
          <p:nvPr/>
        </p:nvSpPr>
        <p:spPr bwMode="auto">
          <a:xfrm>
            <a:off x="1091080" y="5500632"/>
            <a:ext cx="137160" cy="13716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2" name="Овал 21"/>
          <p:cNvSpPr/>
          <p:nvPr/>
        </p:nvSpPr>
        <p:spPr bwMode="auto">
          <a:xfrm>
            <a:off x="1664208" y="5791200"/>
            <a:ext cx="274320" cy="27432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3" name="Овал 22"/>
          <p:cNvSpPr/>
          <p:nvPr/>
        </p:nvSpPr>
        <p:spPr bwMode="auto">
          <a:xfrm>
            <a:off x="1879040" y="4479888"/>
            <a:ext cx="365760" cy="365760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6" name="Прямая соединительная линия 25"/>
          <p:cNvSpPr>
            <a:spLocks noChangeShapeType="1"/>
          </p:cNvSpPr>
          <p:nvPr/>
        </p:nvSpPr>
        <p:spPr bwMode="auto">
          <a:xfrm>
            <a:off x="9097944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 bwMode="auto">
          <a:xfrm>
            <a:off x="1340616" y="4928702"/>
            <a:ext cx="609600" cy="517524"/>
          </a:xfrm>
        </p:spPr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27.02.2021</a:t>
            </a:fld>
            <a:endParaRPr lang="ru-RU" dirty="0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9" name="Содержимое 8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3657600" cy="4572000"/>
          </a:xfrm>
        </p:spPr>
        <p:txBody>
          <a:bodyPr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11" name="Содержимое 10"/>
          <p:cNvSpPr>
            <a:spLocks noGrp="1"/>
          </p:cNvSpPr>
          <p:nvPr>
            <p:ph sz="quarter" idx="2"/>
          </p:nvPr>
        </p:nvSpPr>
        <p:spPr>
          <a:xfrm>
            <a:off x="4270248" y="1600200"/>
            <a:ext cx="3657600" cy="4572000"/>
          </a:xfrm>
        </p:spPr>
        <p:txBody>
          <a:bodyPr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7543800" cy="1143000"/>
          </a:xfrm>
        </p:spPr>
        <p:txBody>
          <a:bodyPr anchor="b"/>
          <a:lstStyle>
            <a:lvl1pPr>
              <a:defRPr/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27.02.2021</a:t>
            </a:fld>
            <a:endParaRPr lang="ru-RU" dirty="0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1" name="Содержимое 10"/>
          <p:cNvSpPr>
            <a:spLocks noGrp="1"/>
          </p:cNvSpPr>
          <p:nvPr>
            <p:ph sz="quarter" idx="2"/>
          </p:nvPr>
        </p:nvSpPr>
        <p:spPr>
          <a:xfrm>
            <a:off x="457200" y="2362200"/>
            <a:ext cx="3657600" cy="3886200"/>
          </a:xfrm>
        </p:spPr>
        <p:txBody>
          <a:bodyPr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13" name="Содержимое 12"/>
          <p:cNvSpPr>
            <a:spLocks noGrp="1"/>
          </p:cNvSpPr>
          <p:nvPr>
            <p:ph sz="quarter" idx="4"/>
          </p:nvPr>
        </p:nvSpPr>
        <p:spPr>
          <a:xfrm>
            <a:off x="4371975" y="2362200"/>
            <a:ext cx="3657600" cy="3886200"/>
          </a:xfrm>
        </p:spPr>
        <p:txBody>
          <a:bodyPr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12" name="Текст 11"/>
          <p:cNvSpPr>
            <a:spLocks noGrp="1"/>
          </p:cNvSpPr>
          <p:nvPr>
            <p:ph type="body" sz="quarter" idx="1"/>
          </p:nvPr>
        </p:nvSpPr>
        <p:spPr>
          <a:xfrm>
            <a:off x="457200" y="1569720"/>
            <a:ext cx="3657600" cy="658368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</p:spPr>
        <p:txBody>
          <a:bodyPr rtlCol="0" anchor="ctr">
            <a:noAutofit/>
          </a:bodyPr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14" name="Текст 13"/>
          <p:cNvSpPr>
            <a:spLocks noGrp="1"/>
          </p:cNvSpPr>
          <p:nvPr>
            <p:ph type="body" sz="quarter" idx="3"/>
          </p:nvPr>
        </p:nvSpPr>
        <p:spPr>
          <a:xfrm>
            <a:off x="4343400" y="1569720"/>
            <a:ext cx="3657600" cy="658368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</p:spPr>
        <p:txBody>
          <a:bodyPr rtlCol="0" anchor="ctr">
            <a:noAutofit/>
          </a:bodyPr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6" name="Дата 5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fld id="{5B106E36-FD25-4E2D-B0AA-010F637433A0}" type="datetimeFigureOut">
              <a:rPr lang="ru-RU" smtClean="0"/>
              <a:pPr/>
              <a:t>27.02.2021</a:t>
            </a:fld>
            <a:endParaRPr lang="ru-RU" dirty="0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endParaRPr lang="ru-RU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27.02.2021</a:t>
            </a:fld>
            <a:endParaRPr lang="ru-RU" dirty="0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Объект с подписью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Прямая соединительная линия 9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  <a:alpha val="9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 rot="5400000">
            <a:off x="3371850" y="3200400"/>
            <a:ext cx="6309360" cy="457200"/>
          </a:xfrm>
        </p:spPr>
        <p:txBody>
          <a:bodyPr anchor="b"/>
          <a:lstStyle>
            <a:lvl1pPr algn="l">
              <a:buNone/>
              <a:defRPr sz="2000" b="1" cap="small" baseline="0"/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2"/>
          </p:nvPr>
        </p:nvSpPr>
        <p:spPr>
          <a:xfrm>
            <a:off x="6812280" y="274320"/>
            <a:ext cx="1527048" cy="4983480"/>
          </a:xfrm>
        </p:spPr>
        <p:txBody>
          <a:bodyPr/>
          <a:lstStyle>
            <a:lvl1pPr marL="0" indent="0">
              <a:spcBef>
                <a:spcPts val="400"/>
              </a:spcBef>
              <a:spcAft>
                <a:spcPts val="1000"/>
              </a:spcAft>
              <a:buNone/>
              <a:defRPr sz="12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8" name="Прямая соединительная линия 7"/>
          <p:cNvSpPr>
            <a:spLocks noChangeShapeType="1"/>
          </p:cNvSpPr>
          <p:nvPr/>
        </p:nvSpPr>
        <p:spPr bwMode="auto">
          <a:xfrm>
            <a:off x="62484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9" name="Прямая соединительная линия 8"/>
          <p:cNvSpPr>
            <a:spLocks noChangeShapeType="1"/>
          </p:cNvSpPr>
          <p:nvPr/>
        </p:nvSpPr>
        <p:spPr bwMode="auto">
          <a:xfrm>
            <a:off x="6192296" y="0"/>
            <a:ext cx="0" cy="6858000"/>
          </a:xfrm>
          <a:prstGeom prst="line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1" name="Прямая соединительная линия 10"/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2" name="Прямоугольник 11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  <a:alpha val="87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3" name="Прямая соединительная линия 12"/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4" name="Овал 13"/>
          <p:cNvSpPr/>
          <p:nvPr/>
        </p:nvSpPr>
        <p:spPr>
          <a:xfrm>
            <a:off x="8156448" y="5715000"/>
            <a:ext cx="548640" cy="54864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8" name="Содержимое 17"/>
          <p:cNvSpPr>
            <a:spLocks noGrp="1"/>
          </p:cNvSpPr>
          <p:nvPr>
            <p:ph sz="quarter" idx="1"/>
          </p:nvPr>
        </p:nvSpPr>
        <p:spPr>
          <a:xfrm>
            <a:off x="304800" y="274320"/>
            <a:ext cx="5638800" cy="6327648"/>
          </a:xfrm>
        </p:spPr>
        <p:txBody>
          <a:bodyPr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21" name="Дата 20"/>
          <p:cNvSpPr>
            <a:spLocks noGrp="1"/>
          </p:cNvSpPr>
          <p:nvPr>
            <p:ph type="dt" sz="half" idx="14"/>
          </p:nvPr>
        </p:nvSpPr>
        <p:spPr/>
        <p:txBody>
          <a:bodyPr rtlCol="0"/>
          <a:lstStyle/>
          <a:p>
            <a:fld id="{5B106E36-FD25-4E2D-B0AA-010F637433A0}" type="datetimeFigureOut">
              <a:rPr lang="ru-RU" smtClean="0"/>
              <a:pPr/>
              <a:t>27.02.2021</a:t>
            </a:fld>
            <a:endParaRPr lang="ru-RU" dirty="0"/>
          </a:p>
        </p:txBody>
      </p:sp>
      <p:sp>
        <p:nvSpPr>
          <p:cNvPr id="22" name="Номер слайда 21"/>
          <p:cNvSpPr>
            <a:spLocks noGrp="1"/>
          </p:cNvSpPr>
          <p:nvPr>
            <p:ph type="sldNum" sz="quarter" idx="15"/>
          </p:nvPr>
        </p:nvSpPr>
        <p:spPr/>
        <p:txBody>
          <a:bodyPr rtlCol="0"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23" name="Нижний колонтитул 22"/>
          <p:cNvSpPr>
            <a:spLocks noGrp="1"/>
          </p:cNvSpPr>
          <p:nvPr>
            <p:ph type="ftr" sz="quarter" idx="16"/>
          </p:nvPr>
        </p:nvSpPr>
        <p:spPr/>
        <p:txBody>
          <a:bodyPr rtlCol="0"/>
          <a:lstStyle/>
          <a:p>
            <a:endParaRPr lang="ru-RU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рямая соединительная линия 8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3" name="Овал 12"/>
          <p:cNvSpPr/>
          <p:nvPr/>
        </p:nvSpPr>
        <p:spPr>
          <a:xfrm>
            <a:off x="8156448" y="5715000"/>
            <a:ext cx="548640" cy="54864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 rot="5400000">
            <a:off x="3350133" y="3200400"/>
            <a:ext cx="6309360" cy="457200"/>
          </a:xfrm>
        </p:spPr>
        <p:txBody>
          <a:bodyPr anchor="b"/>
          <a:lstStyle>
            <a:lvl1pPr algn="l">
              <a:buNone/>
              <a:defRPr sz="2000" b="1"/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0" y="0"/>
            <a:ext cx="6172200" cy="6858000"/>
          </a:xfrm>
          <a:solidFill>
            <a:schemeClr val="bg2"/>
          </a:solidFill>
          <a:ln w="1270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/>
          <a:lstStyle>
            <a:lvl1pPr marL="0" indent="0">
              <a:buNone/>
              <a:defRPr sz="3200"/>
            </a:lvl1pPr>
          </a:lstStyle>
          <a:p>
            <a:pPr algn="ctr" eaLnBrk="1" latinLnBrk="0" hangingPunct="1">
              <a:buFontTx/>
              <a:buNone/>
            </a:pPr>
            <a:r>
              <a:rPr kumimoji="0" lang="ru-RU" dirty="0" smtClean="0"/>
              <a:t>Вставка рисунка</a:t>
            </a:r>
            <a:endParaRPr kumimoji="0" lang="en-US" dirty="0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6765798" y="264795"/>
            <a:ext cx="1524000" cy="4956048"/>
          </a:xfrm>
        </p:spPr>
        <p:txBody>
          <a:bodyPr rot="0" spcFirstLastPara="0" vertOverflow="overflow" horzOverflow="overflow" vert="horz" wrap="square" lIns="91440" tIns="45720" rIns="91440" bIns="45720" numCol="1" spcCol="274320" rtlCol="0" fromWordArt="0" anchor="t" anchorCtr="0" forceAA="0" compatLnSpc="1">
            <a:normAutofit/>
          </a:bodyPr>
          <a:lstStyle>
            <a:lvl1pPr marL="0" indent="0">
              <a:spcBef>
                <a:spcPts val="100"/>
              </a:spcBef>
              <a:spcAft>
                <a:spcPts val="400"/>
              </a:spcAft>
              <a:buFontTx/>
              <a:buNone/>
              <a:defRPr sz="12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10" name="Прямая соединительная линия 9"/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1" name="Прямоугольник 10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2" name="Прямая соединительная линия 11"/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9" name="Прямая соединительная линия 18"/>
          <p:cNvSpPr>
            <a:spLocks noChangeShapeType="1"/>
          </p:cNvSpPr>
          <p:nvPr/>
        </p:nvSpPr>
        <p:spPr bwMode="auto">
          <a:xfrm>
            <a:off x="62484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20" name="Прямая соединительная линия 19"/>
          <p:cNvSpPr>
            <a:spLocks noChangeShapeType="1"/>
          </p:cNvSpPr>
          <p:nvPr/>
        </p:nvSpPr>
        <p:spPr bwMode="auto">
          <a:xfrm>
            <a:off x="6192296" y="0"/>
            <a:ext cx="0" cy="6858000"/>
          </a:xfrm>
          <a:prstGeom prst="line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7" name="Дата 1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fld id="{5B106E36-FD25-4E2D-B0AA-010F637433A0}" type="datetimeFigureOut">
              <a:rPr lang="ru-RU" smtClean="0"/>
              <a:pPr/>
              <a:t>27.02.2021</a:t>
            </a:fld>
            <a:endParaRPr lang="ru-RU" dirty="0"/>
          </a:p>
        </p:txBody>
      </p:sp>
      <p:sp>
        <p:nvSpPr>
          <p:cNvPr id="18" name="Номер слайда 17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21" name="Нижний колонтитул 20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endParaRPr lang="ru-RU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27.02.2021</a:t>
            </a:fld>
            <a:endParaRPr lang="ru-RU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9"/>
            <a:ext cx="1676400" cy="5851525"/>
          </a:xfrm>
        </p:spPr>
        <p:txBody>
          <a:bodyPr vert="eaVert"/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27.02.2021</a:t>
            </a:fld>
            <a:endParaRPr lang="ru-RU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Прямая соединительная линия 15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  <a:alpha val="9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22" name="Заголовок 2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1143000"/>
          </a:xfrm>
          <a:prstGeom prst="rect">
            <a:avLst/>
          </a:prstGeom>
        </p:spPr>
        <p:txBody>
          <a:bodyPr vert="horz" anchor="b">
            <a:normAutofit/>
          </a:bodyPr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13" name="Текст 1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7467600" cy="4873752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ru-RU" smtClean="0"/>
              <a:t>Образец текста</a:t>
            </a:r>
          </a:p>
          <a:p>
            <a:pPr lvl="1" eaLnBrk="1" latinLnBrk="0" hangingPunct="1"/>
            <a:r>
              <a:rPr kumimoji="0" lang="ru-RU" smtClean="0"/>
              <a:t>Второй уровень</a:t>
            </a:r>
          </a:p>
          <a:p>
            <a:pPr lvl="2" eaLnBrk="1" latinLnBrk="0" hangingPunct="1"/>
            <a:r>
              <a:rPr kumimoji="0" lang="ru-RU" smtClean="0"/>
              <a:t>Третий уровень</a:t>
            </a:r>
          </a:p>
          <a:p>
            <a:pPr lvl="3" eaLnBrk="1" latinLnBrk="0" hangingPunct="1"/>
            <a:r>
              <a:rPr kumimoji="0" lang="ru-RU" smtClean="0"/>
              <a:t>Четвертый уровень</a:t>
            </a:r>
          </a:p>
          <a:p>
            <a:pPr lvl="4" eaLnBrk="1" latinLnBrk="0" hangingPunct="1"/>
            <a:r>
              <a:rPr kumimoji="0" lang="ru-RU" smtClean="0"/>
              <a:t>Пятый уровень</a:t>
            </a:r>
            <a:endParaRPr kumimoji="0" lang="en-US"/>
          </a:p>
        </p:txBody>
      </p:sp>
      <p:sp>
        <p:nvSpPr>
          <p:cNvPr id="14" name="Дата 13"/>
          <p:cNvSpPr>
            <a:spLocks noGrp="1"/>
          </p:cNvSpPr>
          <p:nvPr>
            <p:ph type="dt" sz="half" idx="2"/>
          </p:nvPr>
        </p:nvSpPr>
        <p:spPr>
          <a:xfrm rot="5400000">
            <a:off x="7589520" y="1081851"/>
            <a:ext cx="2011680" cy="384048"/>
          </a:xfrm>
          <a:prstGeom prst="rect">
            <a:avLst/>
          </a:prstGeom>
        </p:spPr>
        <p:txBody>
          <a:bodyPr vert="horz" anchor="ctr" anchorCtr="0"/>
          <a:lstStyle>
            <a:lvl1pPr algn="r" eaLnBrk="1" latinLnBrk="0" hangingPunct="1">
              <a:defRPr kumimoji="0" sz="1200">
                <a:solidFill>
                  <a:schemeClr val="tx2"/>
                </a:solidFill>
              </a:defRPr>
            </a:lvl1pPr>
          </a:lstStyle>
          <a:p>
            <a:fld id="{5B106E36-FD25-4E2D-B0AA-010F637433A0}" type="datetimeFigureOut">
              <a:rPr lang="ru-RU" smtClean="0"/>
              <a:pPr/>
              <a:t>27.02.2021</a:t>
            </a:fld>
            <a:endParaRPr lang="ru-RU" dirty="0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3"/>
          </p:nvPr>
        </p:nvSpPr>
        <p:spPr>
          <a:xfrm rot="5400000">
            <a:off x="6990186" y="3737240"/>
            <a:ext cx="3200400" cy="365760"/>
          </a:xfrm>
          <a:prstGeom prst="rect">
            <a:avLst/>
          </a:prstGeom>
        </p:spPr>
        <p:txBody>
          <a:bodyPr vert="horz" anchor="ctr" anchorCtr="0"/>
          <a:lstStyle>
            <a:lvl1pPr algn="l" eaLnBrk="1" latinLnBrk="0" hangingPunct="1">
              <a:defRPr kumimoji="0" sz="1200">
                <a:solidFill>
                  <a:schemeClr val="tx2"/>
                </a:solidFill>
              </a:defRPr>
            </a:lvl1pPr>
          </a:lstStyle>
          <a:p>
            <a:endParaRPr lang="ru-RU" dirty="0"/>
          </a:p>
        </p:txBody>
      </p:sp>
      <p:sp>
        <p:nvSpPr>
          <p:cNvPr id="7" name="Прямая соединительная линия 6"/>
          <p:cNvSpPr>
            <a:spLocks noChangeShapeType="1"/>
          </p:cNvSpPr>
          <p:nvPr/>
        </p:nvSpPr>
        <p:spPr bwMode="auto">
          <a:xfrm>
            <a:off x="76200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9" name="Прямая соединительная линия 8"/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0" name="Прямоугольник 9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  <a:alpha val="87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1" name="Прямая соединительная линия 10"/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2" name="Овал 11"/>
          <p:cNvSpPr/>
          <p:nvPr/>
        </p:nvSpPr>
        <p:spPr>
          <a:xfrm>
            <a:off x="8156448" y="5715000"/>
            <a:ext cx="548640" cy="54864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3" name="Номер слайда 22"/>
          <p:cNvSpPr>
            <a:spLocks noGrp="1"/>
          </p:cNvSpPr>
          <p:nvPr>
            <p:ph type="sldNum" sz="quarter" idx="4"/>
          </p:nvPr>
        </p:nvSpPr>
        <p:spPr>
          <a:xfrm>
            <a:off x="8129016" y="5734050"/>
            <a:ext cx="609600" cy="521208"/>
          </a:xfrm>
          <a:prstGeom prst="rect">
            <a:avLst/>
          </a:prstGeom>
        </p:spPr>
        <p:txBody>
          <a:bodyPr vert="horz" anchor="ctr"/>
          <a:lstStyle>
            <a:lvl1pPr algn="ctr" eaLnBrk="1" latinLnBrk="0" hangingPunct="1">
              <a:defRPr kumimoji="0" sz="1400" b="1">
                <a:solidFill>
                  <a:srgbClr val="FFFFFF"/>
                </a:solidFill>
              </a:defRPr>
            </a:lvl1pPr>
          </a:lstStyle>
          <a:p>
            <a:fld id="{725C68B6-61C2-468F-89AB-4B9F7531AA68}" type="slidenum">
              <a:rPr lang="ru-RU" smtClean="0"/>
              <a:pPr/>
              <a:t>‹#›</a:t>
            </a:fld>
            <a:endParaRPr lang="ru-RU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</p:sldLayoutIdLst>
  <p:txStyles>
    <p:titleStyle>
      <a:lvl1pPr algn="l" rtl="0" eaLnBrk="1" latinLnBrk="0" hangingPunct="1">
        <a:spcBef>
          <a:spcPct val="0"/>
        </a:spcBef>
        <a:buNone/>
        <a:defRPr kumimoji="0" sz="3000" b="0" kern="1200" cap="small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600"/>
        </a:spcBef>
        <a:buClr>
          <a:schemeClr val="accent1"/>
        </a:buClr>
        <a:buSzPct val="70000"/>
        <a:buFont typeface="Wingdings"/>
        <a:buChar char="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74320" algn="l" rtl="0" eaLnBrk="1" latinLnBrk="0" hangingPunct="1">
        <a:spcBef>
          <a:spcPct val="20000"/>
        </a:spcBef>
        <a:buClr>
          <a:schemeClr val="accent1"/>
        </a:buClr>
        <a:buSzPct val="80000"/>
        <a:buFont typeface="Wingdings 2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182880" algn="l" rtl="0" eaLnBrk="1" latinLnBrk="0" hangingPunct="1">
        <a:spcBef>
          <a:spcPct val="20000"/>
        </a:spcBef>
        <a:buClr>
          <a:schemeClr val="accent1">
            <a:shade val="75000"/>
          </a:schemeClr>
        </a:buClr>
        <a:buSzPct val="60000"/>
        <a:buFont typeface="Wingdings"/>
        <a:buChar char="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188720" indent="-182880" algn="l" rtl="0" eaLnBrk="1" latinLnBrk="0" hangingPunct="1">
        <a:spcBef>
          <a:spcPct val="20000"/>
        </a:spcBef>
        <a:buClr>
          <a:schemeClr val="accent1">
            <a:tint val="60000"/>
          </a:schemeClr>
        </a:buClr>
        <a:buSzPct val="60000"/>
        <a:buFont typeface="Wingdings"/>
        <a:buChar char="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463040" indent="-182880" algn="l" rtl="0" eaLnBrk="1" latinLnBrk="0" hangingPunct="1">
        <a:spcBef>
          <a:spcPct val="20000"/>
        </a:spcBef>
        <a:buClr>
          <a:schemeClr val="accent2">
            <a:tint val="60000"/>
          </a:schemeClr>
        </a:buClr>
        <a:buSzPct val="68000"/>
        <a:buFont typeface="Wingdings 2"/>
        <a:buChar char="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182880" algn="l" rtl="0" eaLnBrk="1" latinLnBrk="0" hangingPunct="1">
        <a:spcBef>
          <a:spcPct val="20000"/>
        </a:spcBef>
        <a:buClr>
          <a:schemeClr val="accent1"/>
        </a:buClr>
        <a:buChar char="•"/>
        <a:defRPr kumimoji="0" sz="1600" kern="1200">
          <a:solidFill>
            <a:schemeClr val="tx2"/>
          </a:solidFill>
          <a:latin typeface="+mn-lt"/>
          <a:ea typeface="+mn-ea"/>
          <a:cs typeface="+mn-cs"/>
        </a:defRPr>
      </a:lvl6pPr>
      <a:lvl7pPr marL="2011680" indent="-182880" algn="l" rtl="0" eaLnBrk="1" latinLnBrk="0" hangingPunct="1">
        <a:spcBef>
          <a:spcPct val="20000"/>
        </a:spcBef>
        <a:buClr>
          <a:schemeClr val="accent1">
            <a:tint val="60000"/>
          </a:schemeClr>
        </a:buClr>
        <a:buSzPct val="60000"/>
        <a:buFont typeface="Wingdings"/>
        <a:buChar char=""/>
        <a:defRPr kumimoji="0"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2286000" indent="-182880" algn="l" rtl="0" eaLnBrk="1" latinLnBrk="0" hangingPunct="1">
        <a:spcBef>
          <a:spcPct val="20000"/>
        </a:spcBef>
        <a:buClr>
          <a:schemeClr val="accent2"/>
        </a:buClr>
        <a:buChar char="•"/>
        <a:defRPr kumimoji="0" sz="1400" kern="1200" cap="small" baseline="0">
          <a:solidFill>
            <a:schemeClr val="tx2"/>
          </a:solidFill>
          <a:latin typeface="+mn-lt"/>
          <a:ea typeface="+mn-ea"/>
          <a:cs typeface="+mn-cs"/>
        </a:defRPr>
      </a:lvl8pPr>
      <a:lvl9pPr marL="2560320" indent="-182880" algn="l" rtl="0" eaLnBrk="1" latinLnBrk="0" hangingPunct="1">
        <a:spcBef>
          <a:spcPct val="20000"/>
        </a:spcBef>
        <a:buClr>
          <a:schemeClr val="accent1">
            <a:shade val="75000"/>
          </a:schemeClr>
        </a:buClr>
        <a:buChar char="•"/>
        <a:defRPr kumimoji="0"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 smtClean="0"/>
              <a:t>Пакман</a:t>
            </a:r>
            <a:endParaRPr lang="ru-RU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u-RU" dirty="0" smtClean="0"/>
              <a:t>Подготовил:</a:t>
            </a:r>
          </a:p>
          <a:p>
            <a:r>
              <a:rPr lang="ru-RU" dirty="0" smtClean="0"/>
              <a:t>Лещинский Роман</a:t>
            </a:r>
            <a:endParaRPr lang="ru-RU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Паспорт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8258204" cy="4572000"/>
          </a:xfrm>
        </p:spPr>
        <p:txBody>
          <a:bodyPr/>
          <a:lstStyle/>
          <a:p>
            <a:r>
              <a:rPr lang="ru-RU" dirty="0" smtClean="0"/>
              <a:t>Цель:</a:t>
            </a:r>
          </a:p>
          <a:p>
            <a:r>
              <a:rPr lang="ru-RU" dirty="0" smtClean="0"/>
              <a:t> создать игру, похожую на игру пакман.</a:t>
            </a:r>
          </a:p>
          <a:p>
            <a:r>
              <a:rPr lang="ru-RU" dirty="0" smtClean="0"/>
              <a:t>Задачи:</a:t>
            </a:r>
          </a:p>
          <a:p>
            <a:r>
              <a:rPr lang="ru-RU" dirty="0" smtClean="0"/>
              <a:t>В игре должна быть возможность менять уровень.</a:t>
            </a:r>
          </a:p>
          <a:p>
            <a:r>
              <a:rPr lang="ru-RU" dirty="0" smtClean="0"/>
              <a:t>В игре должен быть как минимум 1 противник.</a:t>
            </a:r>
            <a:endParaRPr lang="en-US" dirty="0" smtClean="0"/>
          </a:p>
          <a:p>
            <a:r>
              <a:rPr lang="ru-RU" dirty="0" smtClean="0"/>
              <a:t>В игре должны сохраняться рекорды.</a:t>
            </a:r>
            <a:endParaRPr lang="ru-RU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Главное меню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ru-RU" dirty="0" smtClean="0"/>
              <a:t>Из главного меню можно выйти из игры, перейти в настройки или к рекордам или начать новую игру.</a:t>
            </a:r>
            <a:endParaRPr lang="ru-RU" dirty="0"/>
          </a:p>
        </p:txBody>
      </p:sp>
      <p:pic>
        <p:nvPicPr>
          <p:cNvPr id="5" name="Содержимое 4" descr="ГМ.JPG"/>
          <p:cNvPicPr>
            <a:picLocks noGrp="1" noChangeAspect="1"/>
          </p:cNvPicPr>
          <p:nvPr>
            <p:ph sz="quarter" idx="2"/>
          </p:nvPr>
        </p:nvPicPr>
        <p:blipFill>
          <a:blip r:embed="rId2" cstate="print"/>
          <a:stretch>
            <a:fillRect/>
          </a:stretch>
        </p:blipFill>
        <p:spPr>
          <a:xfrm>
            <a:off x="4147471" y="2143116"/>
            <a:ext cx="4827654" cy="2806074"/>
          </a:xfr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Настройки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sz="quarter" idx="1"/>
          </p:nvPr>
        </p:nvSpPr>
        <p:spPr>
          <a:xfrm>
            <a:off x="214282" y="1600200"/>
            <a:ext cx="3657600" cy="4572000"/>
          </a:xfrm>
        </p:spPr>
        <p:txBody>
          <a:bodyPr/>
          <a:lstStyle/>
          <a:p>
            <a:r>
              <a:rPr lang="ru-RU" dirty="0" smtClean="0"/>
              <a:t>В настройках можно выбирать громкость звуков или менять карту.</a:t>
            </a:r>
            <a:endParaRPr lang="en-US" dirty="0" smtClean="0"/>
          </a:p>
          <a:p>
            <a:r>
              <a:rPr lang="ru-RU" dirty="0" smtClean="0"/>
              <a:t>Выбираемая карта должна быть квадратной и записана в .</a:t>
            </a:r>
            <a:r>
              <a:rPr lang="en-US" dirty="0" smtClean="0"/>
              <a:t>txt</a:t>
            </a:r>
            <a:r>
              <a:rPr lang="ru-RU" dirty="0" smtClean="0"/>
              <a:t> файл.</a:t>
            </a:r>
            <a:endParaRPr lang="ru-RU" dirty="0"/>
          </a:p>
        </p:txBody>
      </p:sp>
      <p:pic>
        <p:nvPicPr>
          <p:cNvPr id="5" name="Содержимое 4" descr="Н.JPG"/>
          <p:cNvPicPr>
            <a:picLocks noGrp="1" noChangeAspect="1"/>
          </p:cNvPicPr>
          <p:nvPr>
            <p:ph sz="quarter" idx="2"/>
          </p:nvPr>
        </p:nvPicPr>
        <p:blipFill>
          <a:blip r:embed="rId2" cstate="print"/>
          <a:stretch>
            <a:fillRect/>
          </a:stretch>
        </p:blipFill>
        <p:spPr>
          <a:xfrm>
            <a:off x="3786182" y="2045815"/>
            <a:ext cx="5004759" cy="2900128"/>
          </a:xfr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Рекорды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sz="quarter" idx="1"/>
          </p:nvPr>
        </p:nvSpPr>
        <p:spPr>
          <a:xfrm>
            <a:off x="214282" y="1600200"/>
            <a:ext cx="3657600" cy="4572000"/>
          </a:xfrm>
        </p:spPr>
        <p:txBody>
          <a:bodyPr/>
          <a:lstStyle/>
          <a:p>
            <a:r>
              <a:rPr lang="ru-RU" dirty="0" smtClean="0"/>
              <a:t>На странице рекордов отображается топ по времени всех карт, на которых была одержана победа.</a:t>
            </a:r>
          </a:p>
        </p:txBody>
      </p:sp>
      <p:pic>
        <p:nvPicPr>
          <p:cNvPr id="5" name="Содержимое 4" descr="Р.JPG"/>
          <p:cNvPicPr>
            <a:picLocks noGrp="1" noChangeAspect="1"/>
          </p:cNvPicPr>
          <p:nvPr>
            <p:ph sz="quarter" idx="2"/>
          </p:nvPr>
        </p:nvPicPr>
        <p:blipFill>
          <a:blip r:embed="rId2" cstate="print"/>
          <a:stretch>
            <a:fillRect/>
          </a:stretch>
        </p:blipFill>
        <p:spPr>
          <a:xfrm>
            <a:off x="3778228" y="2071678"/>
            <a:ext cx="4953919" cy="2876369"/>
          </a:xfr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Игра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ru-RU" dirty="0" smtClean="0"/>
              <a:t>Цель самой игры – съесть все ягодки и не попасться призраку.</a:t>
            </a:r>
          </a:p>
          <a:p>
            <a:r>
              <a:rPr lang="ru-RU" dirty="0" smtClean="0"/>
              <a:t>Призрак двигается чуть медленнее игрока, но у игрока всего 1 жизнь.</a:t>
            </a:r>
          </a:p>
          <a:p>
            <a:r>
              <a:rPr lang="ru-RU" dirty="0" smtClean="0"/>
              <a:t>На дефолтной карте есть усиления.</a:t>
            </a:r>
            <a:endParaRPr lang="ru-RU" dirty="0"/>
          </a:p>
        </p:txBody>
      </p:sp>
      <p:pic>
        <p:nvPicPr>
          <p:cNvPr id="5" name="Содержимое 4" descr="Игра.JPG"/>
          <p:cNvPicPr>
            <a:picLocks noGrp="1" noChangeAspect="1"/>
          </p:cNvPicPr>
          <p:nvPr>
            <p:ph sz="quarter" idx="2"/>
          </p:nvPr>
        </p:nvPicPr>
        <p:blipFill>
          <a:blip r:embed="rId2"/>
          <a:stretch>
            <a:fillRect/>
          </a:stretch>
        </p:blipFill>
        <p:spPr>
          <a:xfrm>
            <a:off x="3777923" y="785794"/>
            <a:ext cx="4955869" cy="2875705"/>
          </a:xfrm>
        </p:spPr>
      </p:pic>
      <p:pic>
        <p:nvPicPr>
          <p:cNvPr id="6" name="Рисунок 5" descr="Другая карта.JP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3786182" y="3714752"/>
            <a:ext cx="5060835" cy="292895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Победа и проигрыш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ru-RU" dirty="0" smtClean="0"/>
              <a:t>При проигрыше появится окно, сообщающее о поражении .</a:t>
            </a:r>
          </a:p>
          <a:p>
            <a:r>
              <a:rPr lang="ru-RU" dirty="0" smtClean="0"/>
              <a:t>При победе у игрока спросят имя, под которым он, возможно, попадёт в топ.</a:t>
            </a:r>
            <a:endParaRPr lang="ru-RU" dirty="0"/>
          </a:p>
        </p:txBody>
      </p:sp>
      <p:pic>
        <p:nvPicPr>
          <p:cNvPr id="7" name="Содержимое 6" descr="Луз.JPG"/>
          <p:cNvPicPr>
            <a:picLocks noGrp="1" noChangeAspect="1"/>
          </p:cNvPicPr>
          <p:nvPr>
            <p:ph sz="quarter" idx="2"/>
          </p:nvPr>
        </p:nvPicPr>
        <p:blipFill>
          <a:blip r:embed="rId2"/>
          <a:stretch>
            <a:fillRect/>
          </a:stretch>
        </p:blipFill>
        <p:spPr>
          <a:xfrm>
            <a:off x="4714876" y="3407008"/>
            <a:ext cx="3929089" cy="3236702"/>
          </a:xfrm>
        </p:spPr>
      </p:pic>
      <p:pic>
        <p:nvPicPr>
          <p:cNvPr id="9" name="Рисунок 8" descr="Победа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499" y="571480"/>
            <a:ext cx="4565501" cy="280036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Вывод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ru-RU" dirty="0" smtClean="0"/>
              <a:t>Я реализовал все </a:t>
            </a:r>
            <a:r>
              <a:rPr lang="ru-RU" smtClean="0"/>
              <a:t>поставленные мною задачи.</a:t>
            </a:r>
            <a:endParaRPr lang="ru-RU"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Эркер">
  <a:themeElements>
    <a:clrScheme name="Эркер">
      <a:dk1>
        <a:sysClr val="windowText" lastClr="000000"/>
      </a:dk1>
      <a:lt1>
        <a:sysClr val="window" lastClr="FFFFFF"/>
      </a:lt1>
      <a:dk2>
        <a:srgbClr val="575F6D"/>
      </a:dk2>
      <a:lt2>
        <a:srgbClr val="FFF39D"/>
      </a:lt2>
      <a:accent1>
        <a:srgbClr val="FE8637"/>
      </a:accent1>
      <a:accent2>
        <a:srgbClr val="7598D9"/>
      </a:accent2>
      <a:accent3>
        <a:srgbClr val="B32C16"/>
      </a:accent3>
      <a:accent4>
        <a:srgbClr val="F5CD2D"/>
      </a:accent4>
      <a:accent5>
        <a:srgbClr val="AEBAD5"/>
      </a:accent5>
      <a:accent6>
        <a:srgbClr val="777C84"/>
      </a:accent6>
      <a:hlink>
        <a:srgbClr val="D2611C"/>
      </a:hlink>
      <a:folHlink>
        <a:srgbClr val="3B435B"/>
      </a:folHlink>
    </a:clrScheme>
    <a:fontScheme name="Эркер">
      <a:majorFont>
        <a:latin typeface="Century Schoolbook"/>
        <a:ea typeface=""/>
        <a:cs typeface=""/>
        <a:font script="Jpan" typeface="ＭＳ Ｐ明朝"/>
        <a:font script="Hang" typeface="휴먼매직체"/>
        <a:font script="Hans" typeface="华文楷体"/>
        <a:font script="Hant" typeface="新細明體"/>
        <a:font script="Arab" typeface="Times New Roman"/>
        <a:font script="Hebr" typeface="Times New Roman"/>
        <a:font script="Thai" typeface="Kodchiang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entury Schoolbook"/>
        <a:ea typeface=""/>
        <a:cs typeface=""/>
        <a:font script="Jpan" typeface="ＭＳ Ｐ明朝"/>
        <a:font script="Hang" typeface="휴먼매직체"/>
        <a:font script="Hans" typeface="宋体"/>
        <a:font script="Hant" typeface="新細明體"/>
        <a:font script="Arab" typeface="Times New Roman"/>
        <a:font script="Hebr" typeface="Times New Roman"/>
        <a:font script="Thai" typeface="Kodchiang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Эркер">
      <a:fillStyleLst>
        <a:solidFill>
          <a:schemeClr val="phClr"/>
        </a:solidFill>
        <a:gradFill rotWithShape="1">
          <a:gsLst>
            <a:gs pos="0">
              <a:schemeClr val="phClr">
                <a:tint val="35000"/>
                <a:satMod val="260000"/>
              </a:schemeClr>
            </a:gs>
            <a:gs pos="30000">
              <a:schemeClr val="phClr">
                <a:tint val="38000"/>
                <a:satMod val="260000"/>
              </a:schemeClr>
            </a:gs>
            <a:gs pos="75000">
              <a:schemeClr val="phClr">
                <a:tint val="55000"/>
                <a:satMod val="255000"/>
              </a:schemeClr>
            </a:gs>
            <a:gs pos="100000">
              <a:schemeClr val="phClr">
                <a:tint val="70000"/>
                <a:satMod val="255000"/>
              </a:schemeClr>
            </a:gs>
          </a:gsLst>
          <a:path path="circle">
            <a:fillToRect l="5000" t="100000" r="120000" b="10000"/>
          </a:path>
        </a:gradFill>
        <a:gradFill rotWithShape="1">
          <a:gsLst>
            <a:gs pos="0">
              <a:schemeClr val="phClr">
                <a:shade val="63000"/>
                <a:satMod val="165000"/>
              </a:schemeClr>
            </a:gs>
            <a:gs pos="30000">
              <a:schemeClr val="phClr">
                <a:shade val="58000"/>
                <a:satMod val="165000"/>
              </a:schemeClr>
            </a:gs>
            <a:gs pos="75000">
              <a:schemeClr val="phClr">
                <a:shade val="30000"/>
                <a:satMod val="175000"/>
              </a:schemeClr>
            </a:gs>
            <a:gs pos="100000">
              <a:schemeClr val="phClr">
                <a:shade val="15000"/>
                <a:satMod val="175000"/>
              </a:schemeClr>
            </a:gs>
          </a:gsLst>
          <a:path path="circle">
            <a:fillToRect l="5000" t="100000" r="120000" b="10000"/>
          </a:path>
        </a:gradFill>
      </a:fillStyleLst>
      <a:lnStyleLst>
        <a:ln w="12700" cap="flat" cmpd="sng" algn="ctr">
          <a:solidFill>
            <a:schemeClr val="phClr">
              <a:shade val="70000"/>
              <a:satMod val="15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4925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0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20000" dir="5400000" rotWithShape="0">
              <a:srgbClr val="000000">
                <a:alpha val="42000"/>
              </a:srgbClr>
            </a:outerShdw>
          </a:effectLst>
        </a:effectStyle>
        <a:effectStyle>
          <a:effectLst>
            <a:outerShdw blurRad="50800" dist="20000" dir="5400000" rotWithShape="0">
              <a:srgbClr val="000000">
                <a:alpha val="4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0"/>
            </a:lightRig>
          </a:scene3d>
          <a:sp3d>
            <a:bevelT w="47625" h="69850"/>
            <a:contourClr>
              <a:schemeClr val="lt1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58000"/>
                <a:satMod val="125000"/>
              </a:schemeClr>
            </a:gs>
            <a:gs pos="40000">
              <a:schemeClr val="phClr">
                <a:tint val="90000"/>
                <a:shade val="90000"/>
                <a:satMod val="120000"/>
              </a:schemeClr>
            </a:gs>
            <a:gs pos="100000">
              <a:schemeClr val="phClr">
                <a:tint val="5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shade val="80000"/>
              </a:schemeClr>
              <a:schemeClr val="phClr">
                <a:tint val="91000"/>
              </a:schemeClr>
            </a:duotone>
          </a:blip>
          <a:tile tx="0" ty="0" sx="40000" sy="50000" flip="y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Oriel</Template>
  <TotalTime>72</TotalTime>
  <Words>172</Words>
  <PresentationFormat>Экран (4:3)</PresentationFormat>
  <Paragraphs>26</Paragraphs>
  <Slides>8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8</vt:i4>
      </vt:variant>
    </vt:vector>
  </HeadingPairs>
  <TitlesOfParts>
    <vt:vector size="9" baseType="lpstr">
      <vt:lpstr>Эркер</vt:lpstr>
      <vt:lpstr>Пакман</vt:lpstr>
      <vt:lpstr>Паспорт</vt:lpstr>
      <vt:lpstr>Главное меню</vt:lpstr>
      <vt:lpstr>Настройки</vt:lpstr>
      <vt:lpstr>Рекорды</vt:lpstr>
      <vt:lpstr>Игра</vt:lpstr>
      <vt:lpstr>Победа и проигрыш</vt:lpstr>
      <vt:lpstr>Вывод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Пакман</dc:title>
  <dc:creator>P</dc:creator>
  <cp:lastModifiedBy>Р</cp:lastModifiedBy>
  <cp:revision>10</cp:revision>
  <dcterms:created xsi:type="dcterms:W3CDTF">2021-02-27T03:38:33Z</dcterms:created>
  <dcterms:modified xsi:type="dcterms:W3CDTF">2021-02-27T05:01:14Z</dcterms:modified>
</cp:coreProperties>
</file>